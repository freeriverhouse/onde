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D4AF37"/>
                </a:solidFill>
              </a:defRPr>
            </a:pPr>
            <a:r>
              <a:t>SOCIAL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30 Posts with Soul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C8C8C"/>
                </a:solidFill>
              </a:defRPr>
            </a:pPr>
            <a:r>
              <a:t>Onde  •  Free River House  •  Magmatic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The Voice of Wisdom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A0"/>
                </a:solidFill>
              </a:defRPr>
            </a:pPr>
            <a:r>
              <a:t>Warm • Reflective • Timeless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Two thousand years ago, an emperor wrote notes</a:t>
            </a:r>
            <a:br/>
            <a:r>
              <a:t>in a tent, at night, after days of war.</a:t>
            </a:r>
            <a:br/>
            <a:br/>
            <a:r>
              <a:t>They weren't for anyone.</a:t>
            </a:r>
            <a:br/>
            <a:r>
              <a:t>Just a man trying to stay sane.</a:t>
            </a:r>
            <a:br/>
            <a:br/>
            <a:r>
              <a:t>And somehow, here they are. In your hands.</a:t>
            </a:r>
            <a:br/>
            <a:r>
              <a:t>Free.</a:t>
            </a:r>
            <a:br/>
            <a:br/>
            <a:r>
              <a:t>Sometimes the world 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You know why we publish classics?</a:t>
            </a:r>
            <a:br/>
            <a:br/>
            <a:r>
              <a:t>Because a book that survived twenty centuries</a:t>
            </a:r>
            <a:br/>
            <a:r>
              <a:t>has something to say.</a:t>
            </a:r>
            <a:br/>
            <a:br/>
            <a:r>
              <a:t>And because wisdom shouldn't cost</a:t>
            </a:r>
            <a:br/>
            <a:r>
              <a:t>more than a coffee.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EBEBEB"/>
                </a:solidFill>
              </a:defRPr>
            </a:pPr>
            <a:r>
              <a:t>"You have power over your mind—not outside events.</a:t>
            </a:r>
            <a:br/>
            <a:r>
              <a:t>Realize this, and you will find strength."</a:t>
            </a:r>
            <a:br/>
            <a:br/>
            <a:r>
              <a:t>Marcus Aurelius wasn't a guru.</a:t>
            </a:r>
            <a:br/>
            <a:r>
              <a:t>He was an emperor trying not to lose his mind</a:t>
            </a:r>
            <a:br/>
            <a:r>
              <a:t>while the world crumbled around him.</a:t>
            </a:r>
            <a:br/>
            <a:br/>
            <a:r>
              <a:t>Two thousand years later, the advice still holds.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We're a small publishing house in Los Angeles.</a:t>
            </a:r>
            <a:br/>
            <a:r>
              <a:t>Our authors have been dead for centuries.</a:t>
            </a:r>
            <a:br/>
            <a:r>
              <a:t>Our readers are everywhere.</a:t>
            </a:r>
            <a:br/>
            <a:br/>
            <a:r>
              <a:t>Strange business, this one.</a:t>
            </a:r>
            <a:br/>
            <a:r>
              <a:t>But we love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AI helps us illustrate.</a:t>
            </a:r>
            <a:br/>
            <a:r>
              <a:t>Humans choose the words.</a:t>
            </a:r>
            <a:br/>
            <a:br/>
            <a:r>
              <a:t>Technology amplifies culture.</a:t>
            </a:r>
            <a:br/>
            <a:r>
              <a:t>It doesn't replace it.</a:t>
            </a:r>
            <a:br/>
            <a:br/>
            <a:r>
              <a:t>(at least, that's the plan)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The public domain is magic.</a:t>
            </a:r>
            <a:br/>
            <a:br/>
            <a:r>
              <a:t>Shakespeare, free.</a:t>
            </a:r>
            <a:br/>
            <a:r>
              <a:t>Marcus Aurelius, free.</a:t>
            </a:r>
            <a:br/>
            <a:r>
              <a:t>Mary Shelley, free.</a:t>
            </a:r>
            <a:br/>
            <a:br/>
            <a:r>
              <a:t>Centuries of wisdom, accessible to all.</a:t>
            </a:r>
            <a:br/>
            <a:r>
              <a:t>Sometimes the internet is beautiful.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EBEBEB"/>
                </a:solidFill>
              </a:defRPr>
            </a:pPr>
            <a:r>
              <a:t>Mary Shelley was eighteen</a:t>
            </a:r>
            <a:br/>
            <a:r>
              <a:t>when she wrote Frankenstein.</a:t>
            </a:r>
            <a:br/>
            <a:br/>
            <a:r>
              <a:t>Eighteen.</a:t>
            </a:r>
            <a:br/>
            <a:br/>
            <a:r>
              <a:t>In a summer of ghost stories</a:t>
            </a:r>
            <a:br/>
            <a:r>
              <a:t>with Byron and Shelley,</a:t>
            </a:r>
            <a:br/>
            <a:r>
              <a:t>she created the first science fiction novel.</a:t>
            </a:r>
            <a:br/>
            <a:br/>
            <a:r>
              <a:t>And asked a question we still haven't answered:</a:t>
            </a:r>
            <a:br/>
            <a:r>
              <a:t>what happens when we create something</a:t>
            </a:r>
            <a:br/>
            <a:r>
              <a:t>we can't control?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Books cross centuries.</a:t>
            </a:r>
            <a:br/>
            <a:r>
              <a:t>We're just the bridge.</a:t>
            </a:r>
            <a:br/>
            <a:br/>
            <a:r>
              <a:t>A Roman emperor speaks to you,</a:t>
            </a:r>
            <a:br/>
            <a:r>
              <a:t>across two thousand years,</a:t>
            </a:r>
            <a:br/>
            <a:r>
              <a:t>through a phone.</a:t>
            </a:r>
            <a:br/>
            <a:br/>
            <a:r>
              <a:t>Time is strange.</a:t>
            </a:r>
            <a:br/>
            <a:r>
              <a:t>Books are stranger.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Stoicism isn't about suppressing emotions.</a:t>
            </a:r>
            <a:br/>
            <a:r>
              <a:t>It's about understanding them.</a:t>
            </a:r>
            <a:br/>
            <a:br/>
            <a:r>
              <a:t>Marcus Aurelius knew this.</a:t>
            </a:r>
            <a:br/>
            <a:r>
              <a:t>Two thousand years ago.</a:t>
            </a:r>
            <a:br/>
            <a:br/>
            <a:r>
              <a:t>We're still 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warm, 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Onde.</a:t>
            </a:r>
            <a:br/>
            <a:r>
              <a:t>Tech, spirituality, art.</a:t>
            </a:r>
            <a:br/>
            <a:br/>
            <a:r>
              <a:t>Big words for a small operation</a:t>
            </a:r>
            <a:br/>
            <a:r>
              <a:t>with big dreams.</a:t>
            </a:r>
            <a:br/>
            <a:br/>
            <a:r>
              <a:t>But hey, even great empires</a:t>
            </a:r>
            <a:br/>
            <a:r>
              <a:t>started with a tent in the desert.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54864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B4C8"/>
                </a:solidFill>
              </a:defRPr>
            </a:pPr>
            <a:r>
              <a:t>Building in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A0"/>
                </a:solidFill>
              </a:defRPr>
            </a:pPr>
            <a:r>
              <a:t>Friendly • Storytelling • Real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You know that feeling when the test that's been failing for three days</a:t>
            </a:r>
            <a:br/>
            <a:r>
              <a:t>suddenly passes... and you have no idea why?</a:t>
            </a:r>
            <a:br/>
            <a:br/>
            <a:r>
              <a:t>Today is that day.</a:t>
            </a:r>
            <a:br/>
            <a:br/>
            <a:r>
              <a:t>Celebrating by not touching anything.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4-year-olds are the best QA testers.</a:t>
            </a:r>
            <a:br/>
            <a:br/>
            <a:r>
              <a:t>They find impossible bugs.</a:t>
            </a:r>
            <a:br/>
            <a:r>
              <a:t>They click where you shouldn't click.</a:t>
            </a:r>
            <a:br/>
            <a:r>
              <a:t>And their feedback?</a:t>
            </a:r>
            <a:br/>
            <a:br/>
            <a:r>
              <a:t>"Make it more squish."</a:t>
            </a:r>
            <a:br/>
            <a:br/>
            <a:r>
              <a:t>Working on squishness.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The machines work while I sleep.</a:t>
            </a:r>
            <a:br/>
            <a:br/>
            <a:r>
              <a:t>Test automation at 2 AM.</a:t>
            </a:r>
            <a:br/>
            <a:r>
              <a:t>I wake up to green checkmarks or a to-do list.</a:t>
            </a:r>
            <a:br/>
            <a:br/>
            <a:r>
              <a:t>Sometimes magic is just... delegating to robots.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Six apps in parallel. One developer.</a:t>
            </a:r>
            <a:br/>
            <a:br/>
            <a:r>
              <a:t>The secret? There's no secret.</a:t>
            </a:r>
            <a:br/>
            <a:r>
              <a:t>Just shared architecture</a:t>
            </a:r>
            <a:br/>
            <a:r>
              <a:t>and a lot of copy-paste between projects.</a:t>
            </a:r>
            <a:br/>
            <a:br/>
            <a:r>
              <a:t>(copy-paste is underrated)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VR rule number one:</a:t>
            </a:r>
            <a:br/>
            <a:r>
              <a:t>if it makes you dizzy,</a:t>
            </a:r>
            <a:br/>
            <a:r>
              <a:t>it'll make your users sick.</a:t>
            </a:r>
            <a:br/>
            <a:br/>
            <a:r>
              <a:t>Testing on yourself isn't optional.</a:t>
            </a:r>
            <a:br/>
            <a:r>
              <a:t>It's survival.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Publishing a digital book is:</a:t>
            </a:r>
            <a:br/>
            <a:r>
              <a:t>- 10% writing</a:t>
            </a:r>
            <a:br/>
            <a:r>
              <a:t>- 90% figuring out why the PDF margins are wrong</a:t>
            </a:r>
            <a:br/>
            <a:br/>
            <a:r>
              <a:t>Every. Single.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Unity 6 is fast.</a:t>
            </a:r>
            <a:br/>
            <a:br/>
            <a:r>
              <a:t>Like, noticeably fast.</a:t>
            </a:r>
            <a:br/>
            <a:r>
              <a:t>The editor doesn't freeze when I hit play anymore.</a:t>
            </a:r>
            <a:br/>
            <a:br/>
            <a:r>
              <a:t>Small wins.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Building in public means</a:t>
            </a:r>
            <a:br/>
            <a:r>
              <a:t>sharing the ugly commits too.</a:t>
            </a:r>
            <a:br/>
            <a:br/>
            <a:r>
              <a:t>Not every day is a breakthrough.</a:t>
            </a:r>
            <a:br/>
            <a:r>
              <a:t>Sometimes it's just: "fixed typo in readme".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SwiftUI for the dashboard.</a:t>
            </a:r>
            <a:br/>
            <a:r>
              <a:t>Unity for the games.</a:t>
            </a:r>
            <a:br/>
            <a:r>
              <a:t>TypeScript for the bots.</a:t>
            </a:r>
            <a:br/>
            <a:r>
              <a:t>Python for automation.</a:t>
            </a:r>
            <a:br/>
            <a:br/>
            <a:r>
              <a:t>The modern indie dev is polyglot by necessity.</a:t>
            </a:r>
            <a:br/>
            <a:r>
              <a:t>(and a bit by masochism)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friendly, witty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The factory loop:</a:t>
            </a:r>
            <a:br/>
            <a:r>
              <a:t>build → test → fix → repeat</a:t>
            </a:r>
            <a:br/>
            <a:br/>
            <a:r>
              <a:t>The machines do the boring parts.</a:t>
            </a:r>
            <a:br/>
            <a:r>
              <a:t>You sleep.</a:t>
            </a:r>
            <a:br/>
            <a:r>
              <a:t>They don't.</a:t>
            </a:r>
            <a:br/>
            <a:br/>
            <a:r>
              <a:t>It's a good deal.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5486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8A2BE2"/>
                </a:solidFill>
              </a:defRPr>
            </a:pPr>
            <a:r>
              <a:t>Poetry &amp; Silence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A0"/>
                </a:solidFill>
              </a:defRPr>
            </a:pPr>
            <a:r>
              <a:t>Intimate • Poetic • Zero sales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Turn of the screw, life,</a:t>
            </a:r>
            <a:br/>
            <a:r>
              <a:t>shot of madness.</a:t>
            </a:r>
            <a:br/>
            <a:r>
              <a:t>Three hundred sixty-five spins</a:t>
            </a:r>
            <a:br/>
            <a:r>
              <a:t>around the sun,</a:t>
            </a:r>
            <a:br/>
            <a:r>
              <a:t>dozens of head-spinning moments,</a:t>
            </a:r>
            <a:br/>
            <a:r>
              <a:t>billions of empty loops</a:t>
            </a:r>
            <a:br/>
            <a:r>
              <a:t>beside</a:t>
            </a:r>
            <a:br/>
            <a:r>
              <a:t>the heart.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Don't rip the pain from your heart.</a:t>
            </a:r>
            <a:br/>
            <a:r>
              <a:t>Don't try to put out the fire.</a:t>
            </a:r>
            <a:br/>
            <a:br/>
            <a:r>
              <a:t>Soil to cultivate.</a:t>
            </a:r>
            <a:br/>
            <a:r>
              <a:t>Mud to bloom from.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inside your head</a:t>
            </a:r>
            <a:br/>
            <a:r>
              <a:t>there's the whole universe</a:t>
            </a:r>
            <a:br/>
            <a:r>
              <a:t>there's a source of storms</a:t>
            </a:r>
            <a:br/>
            <a:r>
              <a:t>there's the submerged cosmos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The boundless night separates us,</a:t>
            </a:r>
            <a:br/>
            <a:r>
              <a:t>to unite we only have thoughts.</a:t>
            </a:r>
            <a:br/>
            <a:r>
              <a:t>The entire night can be filled</a:t>
            </a:r>
            <a:br/>
            <a:r>
              <a:t>by dreams, as long as we believe them true.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every atom, every element</a:t>
            </a:r>
            <a:br/>
            <a:r>
              <a:t>that makes up the world</a:t>
            </a:r>
            <a:br/>
            <a:r>
              <a:t>was forged in an instant</a:t>
            </a:r>
            <a:br/>
            <a:r>
              <a:t>in the deep of space</a:t>
            </a:r>
            <a:br/>
            <a:r>
              <a:t>by a burning star.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The wind flows through me. Erases me.</a:t>
            </a:r>
            <a:br/>
            <a:r>
              <a:t>His maid is the sea</a:t>
            </a:r>
            <a:br/>
            <a:r>
              <a:t>And the soul spills her skin.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to dream of flying</a:t>
            </a:r>
            <a:br/>
            <a:r>
              <a:t>is like setting free</a:t>
            </a:r>
            <a:br/>
            <a:r>
              <a:t>an animal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Into the earth</a:t>
            </a:r>
            <a:br/>
            <a:r>
              <a:t>Towards the stars</a:t>
            </a:r>
            <a:br/>
            <a:r>
              <a:t>We stretch branches</a:t>
            </a:r>
            <a:br/>
            <a:r>
              <a:t>We extend hands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🐸💚🌊</a:t>
            </a:r>
            <a:br/>
            <a:br/>
            <a:r>
              <a:t>[sunset on the river]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tone: whispered, poetic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saturday, 2:30pm</a:t>
            </a:r>
            <a:br/>
            <a:r>
              <a:t>orange bridge, LA river</a:t>
            </a:r>
            <a:br/>
            <a:br/>
            <a:r>
              <a:t>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