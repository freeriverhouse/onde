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0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D4AF37"/>
                </a:solidFill>
              </a:defRPr>
            </a:pPr>
            <a:r>
              <a:t>SOCIAL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30 Post con Anima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C8C8C"/>
                </a:solidFill>
              </a:defRPr>
            </a:pPr>
            <a:r>
              <a:t>Onde  •  Free River House  •  Magmatic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05050"/>
                </a:solidFill>
              </a:defRPr>
            </a:pPr>
            <a:r>
              <a:t>Gennaio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La Voce della Saggezza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A0"/>
                </a:solidFill>
              </a:defRPr>
            </a:pPr>
            <a:r>
              <a:t>Caldo • Riflessivo • Stile Gianni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EBEBEB"/>
                </a:solidFill>
              </a:defRPr>
            </a:pPr>
            <a:r>
              <a:t>Duemila anni fa, un imperatore scriveva appunti</a:t>
            </a:r>
            <a:br/>
            <a:r>
              <a:t>in una tenda, di notte, dopo giorni di guerra.</a:t>
            </a:r>
            <a:br/>
            <a:br/>
            <a:r>
              <a:t>Non erano per nessuno.</a:t>
            </a:r>
            <a:br/>
            <a:r>
              <a:t>Solo un uomo che cercava di restare sano di mente.</a:t>
            </a:r>
            <a:br/>
            <a:br/>
            <a:r>
              <a:t>E in qualche modo, eccoli qui. Nelle tue mani.</a:t>
            </a:r>
            <a:br/>
            <a:r>
              <a:t>Gratis.</a:t>
            </a:r>
            <a:br/>
            <a:br/>
            <a:r>
              <a:t>A volte il mondo funziona.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Sai perché pubblichiamo classici?</a:t>
            </a:r>
            <a:br/>
            <a:br/>
            <a:r>
              <a:t>Perché un libro che ha attraversato venti secoli</a:t>
            </a:r>
            <a:br/>
            <a:r>
              <a:t>ha qualcosa da dire.</a:t>
            </a:r>
            <a:br/>
            <a:br/>
            <a:r>
              <a:t>E perché la saggezza non dovrebbe costare</a:t>
            </a:r>
            <a:br/>
            <a:r>
              <a:t>più di un caffè.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EBEBEB"/>
                </a:solidFill>
              </a:defRPr>
            </a:pPr>
            <a:r>
              <a:t>"Hai potere sulla tua mente—non sugli eventi esterni.</a:t>
            </a:r>
            <a:br/>
            <a:r>
              <a:t>Realizza questo, e troverai forza."</a:t>
            </a:r>
            <a:br/>
            <a:br/>
            <a:r>
              <a:t>Marco Aurelio non era un guru.</a:t>
            </a:r>
            <a:br/>
            <a:r>
              <a:t>Era un imperatore che cercava di non impazzire</a:t>
            </a:r>
            <a:br/>
            <a:r>
              <a:t>mentre il mondo crollava intorno a lui.</a:t>
            </a:r>
            <a:br/>
            <a:br/>
            <a:r>
              <a:t>Duemila anni dopo, il consiglio regge ancora.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Siamo una piccola casa editrice a Los Angeles.</a:t>
            </a:r>
            <a:br/>
            <a:r>
              <a:t>I nostri autori sono morti da secoli.</a:t>
            </a:r>
            <a:br/>
            <a:r>
              <a:t>I nostri lettori sono ovunque.</a:t>
            </a:r>
            <a:br/>
            <a:br/>
            <a:r>
              <a:t>Strano mestiere, questo.</a:t>
            </a:r>
            <a:br/>
            <a:r>
              <a:t>Ma ci piace.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L'AI ci aiuta a illustrare.</a:t>
            </a:r>
            <a:br/>
            <a:r>
              <a:t>Gli umani scelgono le parole.</a:t>
            </a:r>
            <a:br/>
            <a:br/>
            <a:r>
              <a:t>La tecnologia amplifica la cultura.</a:t>
            </a:r>
            <a:br/>
            <a:r>
              <a:t>Non la sostituisce.</a:t>
            </a:r>
            <a:br/>
            <a:br/>
            <a:r>
              <a:t>(almeno, questo è il piano)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Il public domain è magia.</a:t>
            </a:r>
            <a:br/>
            <a:br/>
            <a:r>
              <a:t>Shakespeare, gratis.</a:t>
            </a:r>
            <a:br/>
            <a:r>
              <a:t>Marco Aurelio, gratis.</a:t>
            </a:r>
            <a:br/>
            <a:r>
              <a:t>Mary Shelley, gratis.</a:t>
            </a:r>
            <a:br/>
            <a:br/>
            <a:r>
              <a:t>Secoli di saggezza, accessibili a tutti.</a:t>
            </a:r>
            <a:br/>
            <a:r>
              <a:t>Internet a volte è bellissimo.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EBEBEB"/>
                </a:solidFill>
              </a:defRPr>
            </a:pPr>
            <a:r>
              <a:t>Mary Shelley aveva diciotto anni</a:t>
            </a:r>
            <a:br/>
            <a:r>
              <a:t>quando scrisse Frankenstein.</a:t>
            </a:r>
            <a:br/>
            <a:br/>
            <a:r>
              <a:t>Diciotto.</a:t>
            </a:r>
            <a:br/>
            <a:br/>
            <a:r>
              <a:t>In un'estate di storie di fantasmi</a:t>
            </a:r>
            <a:br/>
            <a:r>
              <a:t>con Byron e Shelley,</a:t>
            </a:r>
            <a:br/>
            <a:r>
              <a:t>creò il primo romanzo di fantascienza.</a:t>
            </a:r>
            <a:br/>
            <a:br/>
            <a:r>
              <a:t>E fece una domanda che ancora non abbiamo risposto:</a:t>
            </a:r>
            <a:br/>
            <a:r>
              <a:t>cosa succede quando creiamo qualcosa</a:t>
            </a:r>
            <a:br/>
            <a:r>
              <a:t>che non possiamo controllare?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I libri attraversano i secoli.</a:t>
            </a:r>
            <a:br/>
            <a:r>
              <a:t>Noi siamo solo il ponte.</a:t>
            </a:r>
            <a:br/>
            <a:br/>
            <a:r>
              <a:t>Un imperatore romano parla a te,</a:t>
            </a:r>
            <a:br/>
            <a:r>
              <a:t>attraverso duemila anni,</a:t>
            </a:r>
            <a:br/>
            <a:r>
              <a:t>attraverso un telefono.</a:t>
            </a:r>
            <a:br/>
            <a:br/>
            <a:r>
              <a:t>Il tempo è strano.</a:t>
            </a:r>
            <a:br/>
            <a:r>
              <a:t>I libri lo sono di più.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Lo stoicismo non è sopprimere le emozioni.</a:t>
            </a:r>
            <a:br/>
            <a:r>
              <a:t>È capirle.</a:t>
            </a:r>
            <a:br/>
            <a:br/>
            <a:r>
              <a:t>Marco Aurelio lo sapeva.</a:t>
            </a:r>
            <a:br/>
            <a:r>
              <a:t>Duemila anni fa.</a:t>
            </a:r>
            <a:br/>
            <a:br/>
            <a:r>
              <a:t>Noi stiamo ancora imparando.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AF37"/>
                </a:solidFill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D764"/>
                </a:solidFill>
              </a:defRPr>
            </a:pPr>
            <a:r>
              <a:t>@Onde_FRH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caldo, saggio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Onde.</a:t>
            </a:r>
            <a:br/>
            <a:r>
              <a:t>Tech, spiritualità, arte.</a:t>
            </a:r>
            <a:br/>
            <a:br/>
            <a:r>
              <a:t>Parole grosse per un'operazione piccola</a:t>
            </a:r>
            <a:br/>
            <a:r>
              <a:t>con sogni grandi.</a:t>
            </a:r>
            <a:br/>
            <a:br/>
            <a:r>
              <a:t>Ma ehi, anche i grandi imperi</a:t>
            </a:r>
            <a:br/>
            <a:r>
              <a:t>sono iniziati con una tenda nel deserto.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00" cy="54864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B4C8"/>
                </a:solidFill>
              </a:defRPr>
            </a:pPr>
            <a:r>
              <a:t>Building in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A0"/>
                </a:solidFill>
              </a:defRPr>
            </a:pPr>
            <a:r>
              <a:t>Amichevole • Storytelling • Reale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Sai quella sensazione quando il test che falliva da tre giorni</a:t>
            </a:r>
            <a:br/>
            <a:r>
              <a:t>improvvisamente passa... e non sai perché?</a:t>
            </a:r>
            <a:br/>
            <a:br/>
            <a:r>
              <a:t>Oggi è quel giorno.</a:t>
            </a:r>
            <a:br/>
            <a:br/>
            <a:r>
              <a:t>Festeggio non toccando più niente.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I bambini di 4 anni sono i migliori QA tester.</a:t>
            </a:r>
            <a:br/>
            <a:br/>
            <a:r>
              <a:t>Trovano bug impossibili.</a:t>
            </a:r>
            <a:br/>
            <a:r>
              <a:t>Cliccano dove non dovresti cliccare.</a:t>
            </a:r>
            <a:br/>
            <a:r>
              <a:t>E il loro feedback?</a:t>
            </a:r>
            <a:br/>
            <a:br/>
            <a:r>
              <a:t>"Fallo più squish."</a:t>
            </a:r>
            <a:br/>
            <a:br/>
            <a:r>
              <a:t>Sto lavorando su squishness.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Le macchine lavorano mentre dormo.</a:t>
            </a:r>
            <a:br/>
            <a:br/>
            <a:r>
              <a:t>Test automation alle 2 AM.</a:t>
            </a:r>
            <a:br/>
            <a:r>
              <a:t>Mi sveglio con checkmark verdi o una lista di cose da fare.</a:t>
            </a:r>
            <a:br/>
            <a:br/>
            <a:r>
              <a:t>A volte la magia è solo... delegare ai robot.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Sei app in parallelo. Un developer.</a:t>
            </a:r>
            <a:br/>
            <a:br/>
            <a:r>
              <a:t>Il segreto? Non c'è nessun segreto.</a:t>
            </a:r>
            <a:br/>
            <a:r>
              <a:t>Solo architettura condivisa</a:t>
            </a:r>
            <a:br/>
            <a:r>
              <a:t>e un sacco di copia-incolla tra progetti.</a:t>
            </a:r>
            <a:br/>
            <a:br/>
            <a:r>
              <a:t>(il copia-incolla è sottovalutato)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Regola VR numero uno:</a:t>
            </a:r>
            <a:br/>
            <a:r>
              <a:t>se ti fa girare la testa a te,</a:t>
            </a:r>
            <a:br/>
            <a:r>
              <a:t>farà vomitare gli utenti.</a:t>
            </a:r>
            <a:br/>
            <a:br/>
            <a:r>
              <a:t>Testare su se stessi non è opzionale.</a:t>
            </a:r>
            <a:br/>
            <a:r>
              <a:t>È sopravvivenza.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Pubblicare un libro digitale è:</a:t>
            </a:r>
            <a:br/>
            <a:r>
              <a:t>- 10% scrivere</a:t>
            </a:r>
            <a:br/>
            <a:r>
              <a:t>- 90% capire perché i margini del PDF sono sbagliati</a:t>
            </a:r>
            <a:br/>
            <a:br/>
            <a:r>
              <a:t>Ogni. Singola. Volta.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Unity 6 è veloce.</a:t>
            </a:r>
            <a:br/>
            <a:br/>
            <a:r>
              <a:t>Tipo, notevolmente veloce.</a:t>
            </a:r>
            <a:br/>
            <a:r>
              <a:t>L'editor non si freeza più quando premo play.</a:t>
            </a:r>
            <a:br/>
            <a:br/>
            <a:r>
              <a:t>Piccole vittorie.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Building in public significa</a:t>
            </a:r>
            <a:br/>
            <a:r>
              <a:t>condividere anche i commit brutti.</a:t>
            </a:r>
            <a:br/>
            <a:br/>
            <a:r>
              <a:t>Non tutti i giorni sono breakthrough.</a:t>
            </a:r>
            <a:br/>
            <a:r>
              <a:t>A volte è solo: "fixed typo in readme".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SwiftUI per la dashboard.</a:t>
            </a:r>
            <a:br/>
            <a:r>
              <a:t>Unity per i giochi.</a:t>
            </a:r>
            <a:br/>
            <a:r>
              <a:t>TypeScript per i bot.</a:t>
            </a:r>
            <a:br/>
            <a:r>
              <a:t>Python per l'automazione.</a:t>
            </a:r>
            <a:br/>
            <a:br/>
            <a:r>
              <a:t>L'indie dev moderno è poliglotta per necessità.</a:t>
            </a:r>
            <a:br/>
            <a:r>
              <a:t>(e un po' per masochismo)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4C8"/>
                </a:solidFill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DCE6"/>
                </a:solidFill>
              </a:defRPr>
            </a:pPr>
            <a:r>
              <a:t>@FreeRiverHouse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amichevole, ironico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Il loop della fabbrica:</a:t>
            </a:r>
            <a:br/>
            <a:r>
              <a:t>build → test → fix → repeat</a:t>
            </a:r>
            <a:br/>
            <a:br/>
            <a:r>
              <a:t>Le macchine fanno le parti noiose.</a:t>
            </a:r>
            <a:br/>
            <a:r>
              <a:t>Tu dormi.</a:t>
            </a:r>
            <a:br/>
            <a:r>
              <a:t>Loro no.</a:t>
            </a:r>
            <a:br/>
            <a:br/>
            <a:r>
              <a:t>È un buon accordo.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00" cy="54864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8A2BE2"/>
                </a:solidFill>
              </a:defRPr>
            </a:pPr>
            <a:r>
              <a:t>Poesia &amp; Silenzio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0A0"/>
                </a:solidFill>
              </a:defRPr>
            </a:pPr>
            <a:r>
              <a:t>Intimo • Poetico • Zero vendita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Giro di vite, vita,</a:t>
            </a:r>
            <a:br/>
            <a:r>
              <a:t>tiro di follia.</a:t>
            </a:r>
            <a:br/>
            <a:r>
              <a:t>Trecentosessantacinque raggiri</a:t>
            </a:r>
            <a:br/>
            <a:r>
              <a:t>intorno al sole,</a:t>
            </a:r>
            <a:br/>
            <a:r>
              <a:t>dozzine di giramenti di testa,</a:t>
            </a:r>
            <a:br/>
            <a:r>
              <a:t>miliardi i giri a vuoto</a:t>
            </a:r>
            <a:br/>
            <a:r>
              <a:t>allato</a:t>
            </a:r>
            <a:br/>
            <a:r>
              <a:t>al cuore.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Non estirpare il male dal tuo cuore.</a:t>
            </a:r>
            <a:br/>
            <a:r>
              <a:t>Non cercare di spegnere il dolore.</a:t>
            </a:r>
            <a:br/>
            <a:br/>
            <a:r>
              <a:t>Terra da coltivare.</a:t>
            </a:r>
            <a:br/>
            <a:r>
              <a:t>Fango su cui fiorire.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nella tua testa</a:t>
            </a:r>
            <a:br/>
            <a:r>
              <a:t>c'è tutto l'universo</a:t>
            </a:r>
            <a:br/>
            <a:r>
              <a:t>c'è una sorgente di tempesta</a:t>
            </a:r>
            <a:br/>
            <a:r>
              <a:t>c'è il cosmo dissommerso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Ci separa la notte smisurata,</a:t>
            </a:r>
            <a:br/>
            <a:r>
              <a:t>per unirci abbiamo solo i pensieri.</a:t>
            </a:r>
            <a:br/>
            <a:r>
              <a:t>L'intera notte può essere colmata</a:t>
            </a:r>
            <a:br/>
            <a:r>
              <a:t>dai sogni, finché li crediamo veri.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ogni atomo, elemento</a:t>
            </a:r>
            <a:br/>
            <a:r>
              <a:t>di cui è composto il mondo</a:t>
            </a:r>
            <a:br/>
            <a:r>
              <a:t>lo ha forgiato in un quanto</a:t>
            </a:r>
            <a:br/>
            <a:r>
              <a:t>nello spazio profondo</a:t>
            </a:r>
            <a:br/>
            <a:r>
              <a:t>una stella bruciando.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400">
                <a:solidFill>
                  <a:srgbClr val="EBEBEB"/>
                </a:solidFill>
              </a:defRPr>
            </a:pPr>
            <a:r>
              <a:t>Il vento mi attraversa, mi cancella.</a:t>
            </a:r>
            <a:br/>
            <a:r>
              <a:t>Il mare è la sua ancella</a:t>
            </a:r>
            <a:br/>
            <a:r>
              <a:t>e l'anima ci sversa la sua scorza.</a:t>
            </a:r>
            <a:br/>
            <a:br/>
            <a:r>
              <a:t>The wind flows through me. Erases me.</a:t>
            </a:r>
            <a:br/>
            <a:r>
              <a:t>His maid is the sea</a:t>
            </a:r>
            <a:br/>
            <a:r>
              <a:t>And the soul spills her skin.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sognare di volare</a:t>
            </a:r>
            <a:br/>
            <a:r>
              <a:t>è come liberare</a:t>
            </a:r>
            <a:br/>
            <a:r>
              <a:t>un animale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Dentro la terra</a:t>
            </a:r>
            <a:br/>
            <a:r>
              <a:t>Verso le stelle</a:t>
            </a:r>
            <a:br/>
            <a:r>
              <a:t>Tendiamo rami</a:t>
            </a:r>
            <a:br/>
            <a:r>
              <a:t>Stendiamo mani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🐸💚🌊</a:t>
            </a:r>
            <a:br/>
            <a:br/>
            <a:r>
              <a:t>[video tramonto sul fiume]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A2BE2"/>
                </a:solidFill>
              </a:defRPr>
            </a:pPr>
            <a:r>
              <a:t>#10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4747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64FF"/>
                </a:solidFill>
              </a:defRPr>
            </a:pPr>
            <a:r>
              <a:t>@magmatic__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4747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646464"/>
                </a:solidFill>
              </a:defRPr>
            </a:pPr>
            <a:r>
              <a:t>tono: sussurrato, poetico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3000">
                <a:solidFill>
                  <a:srgbClr val="EBEBEB"/>
                </a:solidFill>
              </a:defRPr>
            </a:pPr>
            <a:r>
              <a:t>sabato, 2:30pm</a:t>
            </a:r>
            <a:br/>
            <a:r>
              <a:t>orange bridge, LA river</a:t>
            </a:r>
            <a:br/>
            <a:br/>
            <a:r>
              <a:t>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