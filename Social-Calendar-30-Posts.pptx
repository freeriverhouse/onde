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D4AF37"/>
                </a:solidFill>
              </a:defRPr>
            </a:pPr>
            <a:r>
              <a:t>SOCIAL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4B4B4"/>
                </a:solidFill>
              </a:defRPr>
            </a:pPr>
            <a:r>
              <a:t>30 Post di Qualità</a:t>
            </a:r>
            <a:br/>
            <a:r>
              <a:t>Onde • Free River House • Magmatic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Gennaio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D4AF37"/>
                </a:solidFill>
              </a:defRPr>
            </a:pPr>
            <a:r>
              <a:t>@ONDE_FRH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Publishing • Philosophy • Wisdom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8C28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Two thousand years ago, an emperor wrote notes to himself about staying calm. Today, you can read them for free. That's the magic of public domain.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8C28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We don't just publish books. We bring ancient wisdom into the digital age. Illustrated. Beautiful. Accessible.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8C28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600">
                <a:solidFill>
                  <a:srgbClr val="F0F0F0"/>
                </a:solidFill>
              </a:defRPr>
            </a:pPr>
            <a:r>
              <a:t>Marcus Aurelius didn't write for fame. He wrote to survive. The Meditations were never meant to be published. Now they're one of humanity's greatest gifts.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8C28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AI helps us illustrate. Humans choose the words. Technology amplifies culture, it doesn't replace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8C28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Every book we publish is free. Not because it has no value. Because wisdom shouldn't have a price tag.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8C28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Stoicism isn't about suppressing emotions. It's about understanding them. Marcus Aurelius knew this 2000 years ago.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8C28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The best books aren't written. They're discovered. In attics. In monasteries. In the public domain.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8C28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We're a small publisher in Los Angeles. Our authors have been dead for centuries. Our readers are everywhere.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8C28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Tech + Spirituality + Art. That's Onde. Classical wisdom, modern design, universal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8C28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"You have power over your mind—not outside events. Realize this, and you will find strength." — Marcus Aurelius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496"/>
                </a:solidFill>
              </a:defRPr>
            </a:pPr>
            <a:r>
              <a:t>@FREERIVERHOUSE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Building in Public • Tech • Indie Dev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C8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Building apps for kids is different. Every button needs to work on the first tap. Every error needs a friendly message. No second chances.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C8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Our Unity test automation runs at 2 AM. I wake up to either green checkmarks or a to-do list. The machines never sleep.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C8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Six apps in parallel, one developer. The secret? Shared architecture and a lot of copy-paste between projects.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C8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VR development rule: if it makes you dizzy, it'll make your users sick. Testing on yourself is non-negotiable.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C8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The factory loop: build, test, fix, repeat. Let the machines do the boring parts while you sleep.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C8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Kids don't read tutorials. They tap everything. Design for chaos, build for curiosity.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C8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Publishing a digital book is 10% writing, 90% figuring out why the PDF margins are wrong. Every. Single.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C8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Unity 6 is fast. Like, noticeably fast. The editor doesn't freeze when I hit play anymore. Small wins.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C8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Building in public means sharing the ugly commits too. Not every day is a breakthrough.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4C8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SwiftUI for the dashboard, Unity for the games, TypeScript for the bots. Modern indie dev is polyglot by necessity.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4B0082"/>
                </a:solidFill>
              </a:defRPr>
            </a:pPr>
            <a:r>
              <a:t>@MAGMATIC__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Poetry • Art • Soul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2BE2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600">
                <a:solidFill>
                  <a:srgbClr val="F0F0F0"/>
                </a:solidFill>
              </a:defRPr>
            </a:pPr>
            <a:r>
              <a:t>Giro di vite, vita,</a:t>
            </a:r>
            <a:br/>
            <a:r>
              <a:t>tiro di follia.</a:t>
            </a:r>
            <a:br/>
            <a:r>
              <a:t>Trecentosessantacinque raggiri</a:t>
            </a:r>
            <a:br/>
            <a:r>
              <a:t>intorno al sole,</a:t>
            </a:r>
            <a:br/>
            <a:r>
              <a:t>dozzine di giramenti di testa,</a:t>
            </a:r>
            <a:br/>
            <a:r>
              <a:t>miliardi i giri a vuoto</a:t>
            </a:r>
            <a:br/>
            <a:r>
              <a:t>allato</a:t>
            </a:r>
            <a:br/>
            <a:r>
              <a:t>al cuore.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2BE2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Non estirpare il male dal tuo cuore.</a:t>
            </a:r>
            <a:br/>
            <a:r>
              <a:t>Non cercare di spegnere il dolore.</a:t>
            </a:r>
            <a:br/>
            <a:br/>
            <a:r>
              <a:t>Terra da coltivare.</a:t>
            </a:r>
            <a:br/>
            <a:r>
              <a:t>Fango su cui fiorire.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2BE2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nella tua testa</a:t>
            </a:r>
            <a:br/>
            <a:r>
              <a:t>c'è tutto l'universo</a:t>
            </a:r>
            <a:br/>
            <a:r>
              <a:t>c'è una sorgente di tempesta</a:t>
            </a:r>
            <a:br/>
            <a:r>
              <a:t>c'è il cosmo dissommerso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2BE2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Ci separa la notte smisurata,</a:t>
            </a:r>
            <a:br/>
            <a:r>
              <a:t>per unirci abbiamo solo i pensieri.</a:t>
            </a:r>
            <a:br/>
            <a:r>
              <a:t>L'intera notte può essere colmata</a:t>
            </a:r>
            <a:br/>
            <a:r>
              <a:t>dai sogni, finché li crediamo veri.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2BE2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ogni atomo, elemento</a:t>
            </a:r>
            <a:br/>
            <a:r>
              <a:t>di cui è composto il mondo</a:t>
            </a:r>
            <a:br/>
            <a:r>
              <a:t>lo ha forgiato in un quanto</a:t>
            </a:r>
            <a:br/>
            <a:r>
              <a:t>nello spazio profondo</a:t>
            </a:r>
            <a:br/>
            <a:r>
              <a:t>una stella bruciando.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2BE2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600">
                <a:solidFill>
                  <a:srgbClr val="F0F0F0"/>
                </a:solidFill>
              </a:defRPr>
            </a:pPr>
            <a:r>
              <a:t>Il vento mi attraversa, mi cancella.</a:t>
            </a:r>
            <a:br/>
            <a:r>
              <a:t>Il mare è la sua ancella</a:t>
            </a:r>
            <a:br/>
            <a:r>
              <a:t>e l'anima ci sversa la sua scorza.</a:t>
            </a:r>
            <a:br/>
            <a:br/>
            <a:r>
              <a:t>The wind flows through me. Erases me.</a:t>
            </a:r>
            <a:br/>
            <a:r>
              <a:t>His maid is the sea</a:t>
            </a:r>
            <a:br/>
            <a:r>
              <a:t>And the soul spills her skin.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2BE2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sognare di volare</a:t>
            </a:r>
            <a:br/>
            <a:r>
              <a:t>è come liberare</a:t>
            </a:r>
            <a:br/>
            <a:r>
              <a:t>un animale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2BE2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Dentro la terra</a:t>
            </a:r>
            <a:br/>
            <a:r>
              <a:t>Verso le stelle</a:t>
            </a:r>
            <a:br/>
            <a:r>
              <a:t>Tendiamo rami</a:t>
            </a:r>
            <a:br/>
            <a:r>
              <a:t>Stendiamo mani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2BE2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Radici nel buio,</a:t>
            </a:r>
            <a:br/>
            <a:r>
              <a:t>foglie verso il sole.</a:t>
            </a:r>
            <a:br/>
            <a:r>
              <a:t>Ogni giorno un'alba,</a:t>
            </a:r>
            <a:br/>
            <a:r>
              <a:t>ogni notte una scuola.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1097280" cy="548640"/>
          </a:xfrm>
          <a:prstGeom prst="round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2BE2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3200">
                <a:solidFill>
                  <a:srgbClr val="F0F0F0"/>
                </a:solidFill>
              </a:defRPr>
            </a:pPr>
            <a:r>
              <a:t>Siamo polvere di stelle</a:t>
            </a:r>
            <a:br/>
            <a:r>
              <a:t>che ha imparato a guardarsi allo specchio.</a:t>
            </a:r>
            <a:br/>
            <a:r>
              <a:t>E a chiedersi: perché?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