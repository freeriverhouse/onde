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ONDE Launch Strategy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Social Media &amp; PR Campaign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1: Vision &amp; Mission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🌊 ONDE - Where Stories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Vision:</a:t>
            </a:r>
            <a:r>
              <a:rPr/>
              <a:t> Becoming the most beautiful digital publisher in the world, combining European tradition with modern technology.</a:t>
            </a:r>
          </a:p>
          <a:p>
            <a:pPr lvl="0" indent="0" marL="0">
              <a:buNone/>
            </a:pPr>
            <a:r>
              <a:rPr b="1"/>
              <a:t>Mission:</a:t>
            </a:r>
            <a:r>
              <a:rPr/>
              <a:t> Creating timeless stories with European watercolor illustrations, available everywhere.</a:t>
            </a:r>
          </a:p>
          <a:p>
            <a:pPr lvl="0" indent="0" marL="0">
              <a:buNone/>
            </a:pPr>
            <a:r>
              <a:rPr b="1"/>
              <a:t>Core Values:</a:t>
            </a:r>
            <a:r>
              <a:rPr/>
              <a:t> - </a:t>
            </a:r>
            <a:r>
              <a:rPr b="1"/>
              <a:t>Beauty</a:t>
            </a:r>
            <a:r>
              <a:rPr/>
              <a:t> - Aesthetics first, always - </a:t>
            </a:r>
            <a:r>
              <a:rPr b="1"/>
              <a:t>Tradition</a:t>
            </a:r>
            <a:r>
              <a:rPr/>
              <a:t> - Classic style, family values - </a:t>
            </a:r>
            <a:r>
              <a:rPr b="1"/>
              <a:t>Quality</a:t>
            </a:r>
            <a:r>
              <a:rPr/>
              <a:t> - Never compromise on content - </a:t>
            </a:r>
            <a:r>
              <a:rPr b="1"/>
              <a:t>Care</a:t>
            </a:r>
            <a:r>
              <a:rPr/>
              <a:t> - Every book is craftsmanship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Launch Portfolio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First Two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Psalm 23</a:t>
            </a:r>
          </a:p>
          <a:p>
            <a:pPr lvl="0"/>
            <a:r>
              <a:rPr b="1"/>
              <a:t>Format:</a:t>
            </a:r>
            <a:r>
              <a:rPr/>
              <a:t> Illustrated children’s book</a:t>
            </a:r>
          </a:p>
          <a:p>
            <a:pPr lvl="0"/>
            <a:r>
              <a:rPr b="1"/>
              <a:t>Style:</a:t>
            </a:r>
            <a:r>
              <a:rPr/>
              <a:t> European watercolor, golden light</a:t>
            </a:r>
          </a:p>
          <a:p>
            <a:pPr lvl="0"/>
            <a:r>
              <a:rPr b="1"/>
              <a:t>Theme:</a:t>
            </a:r>
            <a:r>
              <a:rPr/>
              <a:t> Faith, protection, guidance</a:t>
            </a:r>
          </a:p>
          <a:p>
            <a:pPr lvl="0"/>
            <a:r>
              <a:rPr b="1"/>
              <a:t>Target:</a:t>
            </a:r>
            <a:r>
              <a:rPr/>
              <a:t> Parents, educators, spiritual seekers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Meditations</a:t>
            </a:r>
          </a:p>
          <a:p>
            <a:pPr lvl="0"/>
            <a:r>
              <a:rPr b="1"/>
              <a:t>Format:</a:t>
            </a:r>
            <a:r>
              <a:rPr/>
              <a:t> Illustrated philosophy</a:t>
            </a:r>
          </a:p>
          <a:p>
            <a:pPr lvl="0"/>
            <a:r>
              <a:rPr b="1"/>
              <a:t>Style:</a:t>
            </a:r>
            <a:r>
              <a:rPr/>
              <a:t> Elegant, contemplative</a:t>
            </a:r>
          </a:p>
          <a:p>
            <a:pPr lvl="0"/>
            <a:r>
              <a:rPr b="1"/>
              <a:t>Theme:</a:t>
            </a:r>
            <a:r>
              <a:rPr/>
              <a:t> Stoic wisdom, inner strength</a:t>
            </a:r>
          </a:p>
          <a:p>
            <a:pPr lvl="0"/>
            <a:r>
              <a:rPr b="1"/>
              <a:t>Target:</a:t>
            </a:r>
            <a:r>
              <a:rPr/>
              <a:t> Thinkers, leaders, self-improvement</a:t>
            </a:r>
          </a:p>
          <a:p>
            <a:pPr lvl="0" indent="0" marL="0">
              <a:buNone/>
            </a:pPr>
            <a:r>
              <a:rPr b="1"/>
              <a:t>Launch Date:</a:t>
            </a:r>
            <a:r>
              <a:rPr/>
              <a:t> January 2026 </a:t>
            </a:r>
            <a:r>
              <a:rPr b="1"/>
              <a:t>Platforms:</a:t>
            </a:r>
            <a:r>
              <a:rPr/>
              <a:t> onde.la, Amazon, Apple Books, Google Play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Brand Identity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🎨 Visual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Color Palette:</a:t>
            </a:r>
            <a:r>
              <a:rPr/>
              <a:t> - Dorato Onde: #d4af37 (primary, accents) - Dorato Chiaro: #f5e6b3 (backgrounds, highlights) - Crema Caldo: #faf8f5 (page backgrounds) - Testo Scuro: #2c3e50 (titles, body text)</a:t>
            </a:r>
          </a:p>
          <a:p>
            <a:pPr lvl="0" indent="0" marL="0">
              <a:buNone/>
            </a:pPr>
            <a:r>
              <a:rPr b="1"/>
              <a:t>Illustration Style:</a:t>
            </a:r>
            <a:r>
              <a:rPr/>
              <a:t> - European watercolor technique - 1950s-60s Italian aesthetic - Beatrix Potter meets Luzzati meets Munari - Visible brushstrokes, warm golden light - Natural skin tones, NO rosy cheeks</a:t>
            </a:r>
          </a:p>
          <a:p>
            <a:pPr lvl="0" indent="0" marL="0">
              <a:buNone/>
            </a:pPr>
            <a:r>
              <a:rPr b="1"/>
              <a:t>Typography:</a:t>
            </a:r>
            <a:r>
              <a:rPr/>
              <a:t> - Serif fonts for titles (classic elegance) - Sans-serif for body text (modern readability) - Consistent hierarchy across all materials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Social Media Strategy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📱 Platform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Primary Channels:</a:t>
            </a:r>
            <a:r>
              <a:rPr/>
              <a:t> - </a:t>
            </a:r>
            <a:r>
              <a:rPr b="1"/>
              <a:t>X/Twitter:</a:t>
            </a:r>
            <a:r>
              <a:rPr/>
              <a:t> Philosophy quotes, book wisdom - </a:t>
            </a:r>
            <a:r>
              <a:rPr b="1"/>
              <a:t>Instagram:</a:t>
            </a:r>
            <a:r>
              <a:rPr/>
              <a:t> Visual storytelling, behind-the-scenes - </a:t>
            </a:r>
            <a:r>
              <a:rPr b="1"/>
              <a:t>LinkedIn:</a:t>
            </a:r>
            <a:r>
              <a:rPr/>
              <a:t> Professional audience, business insights - </a:t>
            </a:r>
            <a:r>
              <a:rPr b="1"/>
              <a:t>TikTok:</a:t>
            </a:r>
            <a:r>
              <a:rPr/>
              <a:t> Short-form content, creative process</a:t>
            </a:r>
          </a:p>
          <a:p>
            <a:pPr lvl="0" indent="0" marL="0">
              <a:buNone/>
            </a:pPr>
            <a:r>
              <a:rPr b="1"/>
              <a:t>Content Pillars:</a:t>
            </a:r>
            <a:r>
              <a:rPr/>
              <a:t> - </a:t>
            </a:r>
            <a:r>
              <a:rPr b="1"/>
              <a:t>Book Quotes (40%):</a:t>
            </a:r>
            <a:r>
              <a:rPr/>
              <a:t> Illustrated wisdom - </a:t>
            </a:r>
            <a:r>
              <a:rPr b="1"/>
              <a:t>Behind the Scenes (25%):</a:t>
            </a:r>
            <a:r>
              <a:rPr/>
              <a:t> Creative process - </a:t>
            </a:r>
            <a:r>
              <a:rPr b="1"/>
              <a:t>Brand Story (20%):</a:t>
            </a:r>
            <a:r>
              <a:rPr/>
              <a:t> ONDE philosophy - </a:t>
            </a:r>
            <a:r>
              <a:rPr b="1"/>
              <a:t>Community (15%):</a:t>
            </a:r>
            <a:r>
              <a:rPr/>
              <a:t> Reader engagement</a:t>
            </a:r>
          </a:p>
          <a:p>
            <a:pPr lvl="0" indent="0" marL="0">
              <a:buNone/>
            </a:pPr>
            <a:r>
              <a:rPr b="1"/>
              <a:t>Posting Schedule:</a:t>
            </a:r>
            <a:r>
              <a:rPr/>
              <a:t> - </a:t>
            </a:r>
            <a:r>
              <a:rPr b="1"/>
              <a:t>Daily:</a:t>
            </a:r>
            <a:r>
              <a:rPr/>
              <a:t> 1-2 posts across platforms - </a:t>
            </a:r>
            <a:r>
              <a:rPr b="1"/>
              <a:t>Weekly:</a:t>
            </a:r>
            <a:r>
              <a:rPr/>
              <a:t> 1 long-form thread (X) - </a:t>
            </a:r>
            <a:r>
              <a:rPr b="1"/>
              <a:t>Monthly:</a:t>
            </a:r>
            <a:r>
              <a:rPr/>
              <a:t> 1 behind-the-scenes video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Launch Posts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First Week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Day 1: Announcement</a:t>
            </a:r>
          </a:p>
          <a:p>
            <a:pPr lvl="0" indent="0" marL="1270000">
              <a:buNone/>
            </a:pPr>
            <a:r>
              <a:rPr sz="2000"/>
              <a:t>“The wave is coming. ONDE launches January 2026. Beauty meets technology. Tradition meets innovation.</a:t>
            </a:r>
            <a:br/>
            <a:r>
              <a:rPr sz="2000"/>
              <a:t>Two books. Infinite stories.</a:t>
            </a:r>
            <a:br/>
            <a:r>
              <a:rPr sz="2000"/>
              <a:t>onde.la”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 2: Psalm 23 Reveal</a:t>
            </a:r>
          </a:p>
          <a:p>
            <a:pPr lvl="0" indent="0" marL="1270000">
              <a:buNone/>
            </a:pPr>
            <a:r>
              <a:rPr sz="2000"/>
              <a:t>“The Lord is my shepherd…”</a:t>
            </a:r>
            <a:br/>
            <a:r>
              <a:rPr sz="2000"/>
              <a:t>Illustrated with European watercolor elegance.</a:t>
            </a:r>
            <a:br/>
            <a:r>
              <a:rPr sz="2000"/>
              <a:t>Faith meets beauty. Protection meets art.</a:t>
            </a:r>
            <a:br/>
            <a:r>
              <a:rPr sz="2000"/>
              <a:t>Free during launch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 3: Meditations Wisdom</a:t>
            </a:r>
          </a:p>
          <a:p>
            <a:pPr lvl="0" indent="0" marL="1270000">
              <a:buNone/>
            </a:pPr>
            <a:r>
              <a:rPr sz="2000"/>
              <a:t>“You have power over your mind…”</a:t>
            </a:r>
            <a:br/>
            <a:r>
              <a:rPr sz="2000"/>
              <a:t>Marcus Aurelius, reimagined for today.</a:t>
            </a:r>
            <a:br/>
            <a:r>
              <a:rPr sz="2000"/>
              <a:t>Inner strength meets outer beauty.</a:t>
            </a:r>
            <a:br/>
            <a:r>
              <a:rPr sz="2000"/>
              <a:t>Available everywhere.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 4: Behind the Scenes</a:t>
            </a:r>
          </a:p>
          <a:p>
            <a:pPr lvl="0" indent="0" marL="1270000">
              <a:buNone/>
            </a:pPr>
            <a:r>
              <a:rPr sz="2000"/>
              <a:t>Watch beauty being created.</a:t>
            </a:r>
            <a:br/>
            <a:r>
              <a:rPr sz="2000"/>
              <a:t>Every brushstroke tells a story.</a:t>
            </a:r>
            <a:br/>
            <a:r>
              <a:rPr sz="2000"/>
              <a:t>Every illustration carries light.</a:t>
            </a:r>
            <a:br/>
            <a:r>
              <a:rPr sz="2000"/>
              <a:t>The art of ONDE.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 5: Community Call</a:t>
            </a:r>
          </a:p>
          <a:p>
            <a:pPr lvl="0" indent="0" marL="1270000">
              <a:buNone/>
            </a:pPr>
            <a:r>
              <a:rPr sz="2000"/>
              <a:t>Join the wave.</a:t>
            </a:r>
            <a:br/>
            <a:r>
              <a:rPr sz="2000"/>
              <a:t>Share your favorite quotes.</a:t>
            </a:r>
            <a:br/>
            <a:r>
              <a:rPr sz="2000"/>
              <a:t>Tag someone who needs this wisdom.</a:t>
            </a:r>
            <a:br/>
            <a:r>
              <a:rPr sz="2000"/>
              <a:t>Let’s create something beautiful together.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6: Engagement Tactics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Building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Interactive Elements:</a:t>
            </a:r>
            <a:r>
              <a:rPr/>
              <a:t> - Quote challenges: “Share your favorite line” - Illustration requests: “What should we illustrate next?” - Author spotlights: Behind the creative minds - Reader stories: “How this book changed your day”</a:t>
            </a:r>
          </a:p>
          <a:p>
            <a:pPr lvl="0" indent="0" marL="0">
              <a:buNone/>
            </a:pPr>
            <a:r>
              <a:rPr b="1"/>
              <a:t>Growth Strategies:</a:t>
            </a:r>
            <a:r>
              <a:rPr/>
              <a:t> - Collaborations with book influencers - Cross-promotion with philosophical accounts - User-generated content campaigns - Twitter threads with viral potential</a:t>
            </a:r>
          </a:p>
          <a:p>
            <a:pPr lvl="0" indent="0" marL="0">
              <a:buNone/>
            </a:pPr>
            <a:r>
              <a:rPr b="1"/>
              <a:t>Metrics to Track:</a:t>
            </a:r>
            <a:r>
              <a:rPr/>
              <a:t> - Engagement rate (likes, comments, shares) - Follower growth across platforms - Website traffic from social - Book preview downloads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7: Hashtag Strategy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🏷️ Strategic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Primary Tags:</a:t>
            </a:r>
            <a:r>
              <a:rPr/>
              <a:t> - #ONDEbooks - #EuropeanWatercolor - #DigitalPublishing - #BookLovers</a:t>
            </a:r>
          </a:p>
          <a:p>
            <a:pPr lvl="0" indent="0" marL="0">
              <a:buNone/>
            </a:pPr>
            <a:r>
              <a:rPr b="1"/>
              <a:t>Secondary Tags:</a:t>
            </a:r>
            <a:r>
              <a:rPr/>
              <a:t> - #PhilosophyBooks - #ChildrensBooks - #IllustratedBooks - #BookArt</a:t>
            </a:r>
          </a:p>
          <a:p>
            <a:pPr lvl="0" indent="0" marL="0">
              <a:buNone/>
            </a:pPr>
            <a:r>
              <a:rPr b="1"/>
              <a:t>Campaign Tags:</a:t>
            </a:r>
            <a:r>
              <a:rPr/>
              <a:t> - #ONDENewRelease - #BeautyInBooks - #StoriesThatFlow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Following Elon Musk’s directive, hashtags will be used minimally on X/Twitter, focusing on organic reach.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8: Visual Content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🖼️ Image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Post Types:</a:t>
            </a:r>
            <a:r>
              <a:rPr/>
              <a:t> - </a:t>
            </a:r>
            <a:r>
              <a:rPr b="1"/>
              <a:t>Quote Cards:</a:t>
            </a:r>
            <a:r>
              <a:rPr/>
              <a:t> 70% text, 30% illustration - </a:t>
            </a:r>
            <a:r>
              <a:rPr b="1"/>
              <a:t>Illustration Focus:</a:t>
            </a:r>
            <a:r>
              <a:rPr/>
              <a:t> Full artwork, minimal text - </a:t>
            </a:r>
            <a:r>
              <a:rPr b="1"/>
              <a:t>Behind the Scenes:</a:t>
            </a:r>
            <a:r>
              <a:rPr/>
              <a:t> Process videos, work-in-progress - </a:t>
            </a:r>
            <a:r>
              <a:rPr b="1"/>
              <a:t>Brand Collateral:</a:t>
            </a:r>
            <a:r>
              <a:rPr/>
              <a:t> Logo, color palette, style guide</a:t>
            </a:r>
          </a:p>
          <a:p>
            <a:pPr lvl="0" indent="0" marL="0">
              <a:buNone/>
            </a:pPr>
            <a:r>
              <a:rPr b="1"/>
              <a:t>Image Specifications:</a:t>
            </a:r>
            <a:r>
              <a:rPr/>
              <a:t> - </a:t>
            </a:r>
            <a:r>
              <a:rPr b="1"/>
              <a:t>Instagram:</a:t>
            </a:r>
            <a:r>
              <a:rPr/>
              <a:t> 1080x1080px (square), 1080x1350px (portrait) - </a:t>
            </a:r>
            <a:r>
              <a:rPr b="1"/>
              <a:t>Twitter:</a:t>
            </a:r>
            <a:r>
              <a:rPr/>
              <a:t> 1200x675px (landscape) - </a:t>
            </a:r>
            <a:r>
              <a:rPr b="1"/>
              <a:t>LinkedIn:</a:t>
            </a:r>
            <a:r>
              <a:rPr/>
              <a:t> 1200x627px (landscape) - </a:t>
            </a:r>
            <a:r>
              <a:rPr b="1"/>
              <a:t>TikTok:</a:t>
            </a:r>
            <a:r>
              <a:rPr/>
              <a:t> 1080x1920px (vertical)</a:t>
            </a:r>
          </a:p>
          <a:p>
            <a:pPr lvl="0" indent="0" marL="0">
              <a:buNone/>
            </a:pPr>
            <a:r>
              <a:rPr b="1"/>
              <a:t>AI Attribution:</a:t>
            </a:r>
            <a:r>
              <a:rPr/>
              <a:t> All AI-generated images will be credited with “Artwork by Grok AI”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9: Launch Timeline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📅 30-Day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1: Teaser Phase</a:t>
            </a:r>
            <a:r>
              <a:rPr/>
              <a:t> - Day 1-3: Mysterious posts, brand hints - Day 4-5: Behind-the-scenes previews - Day 6-7: First book reveals</a:t>
            </a:r>
          </a:p>
          <a:p>
            <a:pPr lvl="0" indent="0" marL="0">
              <a:buNone/>
            </a:pPr>
            <a:r>
              <a:rPr b="1"/>
              <a:t>Week 2: Launch Phase</a:t>
            </a:r>
            <a:r>
              <a:rPr/>
              <a:t> - Day 8-10: Full website launch - Day 11-14: Daily book features - Day 15: Community celebration</a:t>
            </a:r>
          </a:p>
          <a:p>
            <a:pPr lvl="0" indent="0" marL="0">
              <a:buNone/>
            </a:pPr>
            <a:r>
              <a:rPr b="1"/>
              <a:t>Week 3: Growth Phase</a:t>
            </a:r>
            <a:r>
              <a:rPr/>
              <a:t> - Day 16-21: Influencer collaborations - Day 22-23: User-generated content - Day 24-25: Special announcements</a:t>
            </a:r>
          </a:p>
          <a:p>
            <a:pPr lvl="0" indent="0" marL="0">
              <a:buNone/>
            </a:pPr>
            <a:r>
              <a:rPr b="1"/>
              <a:t>Week 4: Expansion Phase</a:t>
            </a:r>
            <a:r>
              <a:rPr/>
              <a:t> - Day 26-28: New platform launches - Day 29-30: Future book teasers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10: Success Metrics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Awareness Metrics:</a:t>
            </a:r>
            <a:r>
              <a:rPr/>
              <a:t> - Reach: 1M+ impressions first month - Followers: 10K+ across platforms - Mentions: 500+ brand mentions</a:t>
            </a:r>
          </a:p>
          <a:p>
            <a:pPr lvl="0" indent="0" marL="0">
              <a:buNone/>
            </a:pPr>
            <a:r>
              <a:rPr b="1"/>
              <a:t>Engagement Metrics:</a:t>
            </a:r>
            <a:r>
              <a:rPr/>
              <a:t> - Engagement Rate: 5%+ average - Comments: 1000+ meaningful interactions - Shares: 500+ viral content pieces</a:t>
            </a:r>
          </a:p>
          <a:p>
            <a:pPr lvl="0" indent="0" marL="0">
              <a:buNone/>
            </a:pPr>
            <a:r>
              <a:rPr b="1"/>
              <a:t>Conversion Metrics:</a:t>
            </a:r>
            <a:r>
              <a:rPr/>
              <a:t> - Website Traffic: 50K+ unique visitors - Book Previews: 10K+ downloads - Email Signups: 5K+ newsletter subscribers</a:t>
            </a:r>
          </a:p>
          <a:p>
            <a:pPr lvl="0" indent="0" marL="0">
              <a:buNone/>
            </a:pPr>
            <a:r>
              <a:rPr b="1"/>
              <a:t>Business Metrics:</a:t>
            </a:r>
            <a:r>
              <a:rPr/>
              <a:t> - Book Sales: 1000+ copies first month - Revenue: $5000+ first month - Customer Satisfaction: 4.8+ stars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11: Budget Allocation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Investment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Content Creation (40%):</a:t>
            </a:r>
            <a:r>
              <a:rPr/>
              <a:t> - Illustration production: $2000 - Photography/videography: $1000 - Graphic design: $500</a:t>
            </a:r>
          </a:p>
          <a:p>
            <a:pPr lvl="0" indent="0" marL="0">
              <a:buNone/>
            </a:pPr>
            <a:r>
              <a:rPr b="1"/>
              <a:t>Platform Promotion (30%):</a:t>
            </a:r>
            <a:r>
              <a:rPr/>
              <a:t> - Social media ads: $1500 - Influencer partnerships: $1000 - Content boosting: $500</a:t>
            </a:r>
          </a:p>
          <a:p>
            <a:pPr lvl="0" indent="0" marL="0">
              <a:buNone/>
            </a:pPr>
            <a:r>
              <a:rPr b="1"/>
              <a:t>Tools &amp; Technology (20%):</a:t>
            </a:r>
            <a:r>
              <a:rPr/>
              <a:t> - Scheduling software: $300 - Analytics tools: $200 - Design software: $500</a:t>
            </a:r>
          </a:p>
          <a:p>
            <a:pPr lvl="0" indent="0" marL="0">
              <a:buNone/>
            </a:pPr>
            <a:r>
              <a:rPr b="1"/>
              <a:t>Contingency (10%):</a:t>
            </a:r>
            <a:r>
              <a:rPr/>
              <a:t> - Unexpected opportunities: $500 - Testing new channels: $300 - Emergency content: $200</a:t>
            </a:r>
          </a:p>
          <a:p>
            <a:pPr lvl="0" indent="0" marL="0">
              <a:buNone/>
            </a:pPr>
            <a:r>
              <a:rPr b="1"/>
              <a:t>Total Budget:</a:t>
            </a:r>
            <a:r>
              <a:rPr/>
              <a:t> $10,000 for first month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12: Next Steps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Immediate (This Week):</a:t>
            </a:r>
            <a:r>
              <a:rPr/>
              <a:t> - [ ] Finalize all social media accounts - [ ] Create content calendar for 30 days - [ ] Design all visual assets - [ ] Set up analytics tracking</a:t>
            </a:r>
          </a:p>
          <a:p>
            <a:pPr lvl="0" indent="0" marL="0">
              <a:buNone/>
            </a:pPr>
            <a:r>
              <a:rPr b="1"/>
              <a:t>Short-term (Next 2 Weeks):</a:t>
            </a:r>
            <a:r>
              <a:rPr/>
              <a:t> - [ ] Begin teaser campaign - [ ] Contact potential influencers - [ ] Test different content types - [ ] Monitor early engagement</a:t>
            </a:r>
          </a:p>
          <a:p>
            <a:pPr lvl="0" indent="0" marL="0">
              <a:buNone/>
            </a:pPr>
            <a:r>
              <a:rPr b="1"/>
              <a:t>Medium-term (Next Month):</a:t>
            </a:r>
            <a:r>
              <a:rPr/>
              <a:t> - [ ] Full launch execution - [ ] Optimize based on data - [ ] Scale successful content - [ ] Plan expansion strategy</a:t>
            </a:r>
          </a:p>
          <a:p>
            <a:pPr lvl="0" indent="0" marL="0">
              <a:buNone/>
            </a:pPr>
            <a:r>
              <a:rPr b="1"/>
              <a:t>Long-term (Next Quarter):</a:t>
            </a:r>
            <a:r>
              <a:rPr/>
              <a:t> - [ ] Launch additional books - [ ] Expand to new platforms - [ ] Build community features - [ ] Explore international markets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13: The ONDE Promise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🌊 Our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 Our Readers:</a:t>
            </a:r>
            <a:r>
              <a:rPr/>
              <a:t> - Every book is a work of art - Every illustration carries meaning - Every word is chosen with care - Every experience is beautiful</a:t>
            </a:r>
          </a:p>
          <a:p>
            <a:pPr lvl="0" indent="0" marL="0">
              <a:buNone/>
            </a:pPr>
            <a:r>
              <a:rPr b="1"/>
              <a:t>To Our Creators:</a:t>
            </a:r>
            <a:r>
              <a:rPr/>
              <a:t> - Respect for artistic vision - Fair compensation for talent - Creative freedom within brand - Support for growth and development</a:t>
            </a:r>
          </a:p>
          <a:p>
            <a:pPr lvl="0" indent="0" marL="0">
              <a:buNone/>
            </a:pPr>
            <a:r>
              <a:rPr b="1"/>
              <a:t>To Our Partners:</a:t>
            </a:r>
            <a:r>
              <a:rPr/>
              <a:t> - Transparent communication - Mutual success focus - Long-term relationship building - Innovation and adaptation</a:t>
            </a:r>
          </a:p>
          <a:p>
            <a:pPr lvl="0" indent="0" marL="0">
              <a:buNone/>
            </a:pPr>
            <a:r>
              <a:rPr b="1"/>
              <a:t>To Ourselves:</a:t>
            </a:r>
            <a:r>
              <a:rPr/>
              <a:t> - Never compromise on quality - Always push creative boundaries - Stay true to our values - Build something that lasts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14: Join The Wave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Be Part of ONDE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Readers:</a:t>
            </a:r>
            <a:r>
              <a:rPr/>
              <a:t> - Visit onde.la for free launch access - Follow us on social media - Share your favorite quotes - Join our community</a:t>
            </a:r>
          </a:p>
          <a:p>
            <a:pPr lvl="0" indent="0" marL="0">
              <a:buNone/>
            </a:pPr>
            <a:r>
              <a:rPr b="1"/>
              <a:t>For Creators:</a:t>
            </a:r>
            <a:r>
              <a:rPr/>
              <a:t> - Submit your work for consideration - Collaborate on future projects - Share your artistic vision - Help us make beautiful books</a:t>
            </a:r>
          </a:p>
          <a:p>
            <a:pPr lvl="0" indent="0" marL="0">
              <a:buNone/>
            </a:pPr>
            <a:r>
              <a:rPr b="1"/>
              <a:t>For Partners:</a:t>
            </a:r>
            <a:r>
              <a:rPr/>
              <a:t> - Explore collaboration opportunities - Reach out about partnerships - Share our vision with your audience - Grow with us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- Website: onde.la - Email: hello@onde.la - Social: @Onde_FRH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Prepared by: Editore Capo</a:t>
            </a:r>
            <a:r>
              <a:rPr/>
              <a:t> </a:t>
            </a:r>
            <a:r>
              <a:rPr i="1"/>
              <a:t>Date: January 11, 2026</a:t>
            </a:r>
            <a:r>
              <a:rPr/>
              <a:t> </a:t>
            </a:r>
            <a:r>
              <a:rPr i="1"/>
              <a:t>Version: 2.0 - Enhanced Presentation Format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2026-01-11T22:42:54Z</dcterms:created>
  <dcterms:modified xsi:type="dcterms:W3CDTF">2026-01-11T22:42:54Z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