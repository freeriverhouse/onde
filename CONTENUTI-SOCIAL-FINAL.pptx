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CONTENUTI SOCIAL - ON THE RELAX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- 1</a:t>
            </a:r>
          </a:p>
        </p:txBody>
      </p:sp>
      <p:pic>
        <p:nvPicPr>
          <p:cNvPr descr="books/meditations/images/meditations-1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193800"/>
            <a:ext cx="193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Marcus Aurelius Meditations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“When you arise in the morning, think of what a precious privilege it is to be alive, to breathe, to think, to enjoy, to love.”</a:t>
            </a:r>
          </a:p>
          <a:p>
            <a:pPr lvl="0" indent="0" marL="0">
              <a:buNone/>
            </a:pPr>
            <a:r>
              <a:rPr/>
              <a:t>Marcus Aurelius wrote these words as personal reflections. Never meant to be read by anyone else. Just a man trying to stay human while the weight of an empire pressed down on him.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- 2</a:t>
            </a:r>
          </a:p>
        </p:txBody>
      </p:sp>
      <p:pic>
        <p:nvPicPr>
          <p:cNvPr descr="books/meditations/images/book2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193800"/>
            <a:ext cx="193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Marcus Aurelius - Inner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“You have power over your mind - not outside events. Realize this, and you will find strength.”</a:t>
            </a:r>
          </a:p>
          <a:p>
            <a:pPr lvl="0" indent="0" marL="0">
              <a:buNone/>
            </a:pPr>
            <a:r>
              <a:rPr/>
              <a:t>In volatile times, this 2,000-year-old insight from Marcus Aurelius is more relevant than ever. The difference between thriving and struggling often comes down to mindset.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- 3 (Thread 1/2)</a:t>
            </a:r>
          </a:p>
        </p:txBody>
      </p:sp>
      <p:pic>
        <p:nvPicPr>
          <p:cNvPr descr="books/meditations/images/book3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193800"/>
            <a:ext cx="193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Marcus Aurelius - Personal Journal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Marcus Aurelius wrote “Meditations” as a personal journal. Never intended for publication. Never meant to be a guide for CEOs, entrepreneurs, and leaders across millennia.</a:t>
            </a:r>
          </a:p>
          <a:p>
            <a:pPr lvl="0" indent="0" marL="0">
              <a:buNone/>
            </a:pPr>
            <a:r>
              <a:rPr i="1"/>
              <a:t>Thread continues…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- 3 (Thread 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Yet here we are. His morning reflections on life, death, and duty have become one of history’s most influential leadership texts.</a:t>
            </a:r>
          </a:p>
          <a:p>
            <a:pPr lvl="0" indent="0" marL="0">
              <a:buNone/>
            </a:pPr>
            <a:r>
              <a:rPr/>
              <a:t>Some wisdom transcends time because it speaks to eternal human challenges.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“You have power over your mind - not outside events.”</a:t>
            </a:r>
          </a:p>
          <a:p>
            <a:pPr lvl="0" indent="0" marL="0">
              <a:buNone/>
            </a:pPr>
            <a:r>
              <a:rPr/>
              <a:t>In volatile markets and uncertain times, this 2,000-year-old insight from Marcus Aurelius is more relevant than ever.</a:t>
            </a:r>
          </a:p>
          <a:p>
            <a:pPr lvl="0" indent="0" marL="0">
              <a:buNone/>
            </a:pPr>
            <a:r>
              <a:rPr/>
              <a:t>The difference between thriving organizations and struggling ones often comes down to mindset: focusing on what we can control versus what we cannot.</a:t>
            </a:r>
          </a:p>
          <a:p>
            <a:pPr lvl="0" indent="0" marL="0">
              <a:buNone/>
            </a:pPr>
            <a:r>
              <a:rPr/>
              <a:t>Our Classics Collection brings these timeless strategies to today’s leaders.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- 5</a:t>
            </a:r>
          </a:p>
        </p:txBody>
      </p:sp>
      <p:pic>
        <p:nvPicPr>
          <p:cNvPr descr="books/meditations/images/book5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193800"/>
            <a:ext cx="193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Marcus Aurelius - Happy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“Very little is needed to make a happy life; it is all within yourself, in your way of thinking.”</a:t>
            </a:r>
          </a:p>
          <a:p>
            <a:pPr lvl="0" indent="0" marL="0">
              <a:buNone/>
            </a:pPr>
            <a:r>
              <a:rPr/>
              <a:t>As we build companies and careers, Marcus Aurelius reminds us that success isn’t about accumulation—it’s about perspective.</a:t>
            </a:r>
          </a:p>
          <a:p>
            <a:pPr lvl="0" indent="0" marL="0">
              <a:buNone/>
            </a:pPr>
            <a:r>
              <a:rPr/>
              <a:t>Our mission at ONDE is to make wisdom accessible, beautiful, and practical for modern readers.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- 6</a:t>
            </a:r>
          </a:p>
        </p:txBody>
      </p:sp>
      <p:pic>
        <p:nvPicPr>
          <p:cNvPr descr="books/meditations/images/book6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06800" y="1193800"/>
            <a:ext cx="193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Marcus Aurelius - Mind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“You have power over your mind - not outside events.” 💭</a:t>
            </a:r>
          </a:p>
          <a:p>
            <a:pPr lvl="0" indent="0" marL="0">
              <a:buNone/>
            </a:pPr>
            <a:r>
              <a:rPr/>
              <a:t>Inner strength beats outer chaos every time.</a:t>
            </a:r>
          </a:p>
          <a:p>
            <a:pPr lvl="0" indent="0" marL="0">
              <a:buNone/>
            </a:pPr>
            <a:r>
              <a:rPr/>
              <a:t>Marcus Aurelius wisdom from “Meditations” - link in bio.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Marcus Aurelius was the most powerful man in the world. Yet every morning, he reminded himself: “When you arise in the morning, think of what a precious privilege it is to be alive, to breathe, to think, to enjoy, to love.”</a:t>
            </a:r>
          </a:p>
          <a:p>
            <a:pPr lvl="0" indent="0" marL="0">
              <a:buNone/>
            </a:pPr>
            <a:r>
              <a:rPr/>
              <a:t>If the Roman Emperor needed this reminder, how much more do we?</a:t>
            </a:r>
          </a:p>
          <a:p>
            <a:pPr lvl="0" indent="0" marL="0">
              <a:buNone/>
            </a:pPr>
            <a:r>
              <a:rPr/>
              <a:t>Our new edition of “Meditations” makes these timeless reflections accessible and beautiful for today’s readers.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“The impediment to action advances action. What stands in the way becomes the way.”</a:t>
            </a:r>
          </a:p>
          <a:p>
            <a:pPr lvl="0" indent="0" marL="0">
              <a:buNone/>
            </a:pPr>
            <a:r>
              <a:rPr/>
              <a:t>This powerful insight from Marcus Aurelius has helped leaders overcome challenges for 2,000 years. Every obstacle contains the opportunity for growth.</a:t>
            </a:r>
          </a:p>
          <a:p>
            <a:pPr lvl="0" indent="0" marL="0">
              <a:buNone/>
            </a:pPr>
            <a:r>
              <a:rPr/>
              <a:t>Our Classics Collection presents wisdom not as museum pieces, but as practical tools for modern life.</a:t>
            </a:r>
          </a:p>
          <a:p>
            <a:pPr lvl="0" indent="0" marL="0">
              <a:buNone/>
            </a:pPr>
            <a:r>
              <a:rPr/>
              <a:t>What challenge are you facing right now?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“You have power over your mind - not outside events. Realize this, and you will find strength.”</a:t>
            </a:r>
          </a:p>
          <a:p>
            <a:pPr lvl="0" indent="0" marL="0">
              <a:buNone/>
            </a:pPr>
            <a:r>
              <a:rPr/>
              <a:t>In uncertain times, Marcus Aurelius offers this timeless truth: focus on what you can control. Your mindset, your response, your choices.</a:t>
            </a:r>
          </a:p>
          <a:p>
            <a:pPr lvl="0" indent="0" marL="0">
              <a:buNone/>
            </a:pPr>
            <a:r>
              <a:rPr/>
              <a:t>We’ve created a beautiful edition of “Meditations” that brings ancient wisdom to modern challenges.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MEDITATIONS - 10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“Very little is needed to make a happy life; it is all within yourself, in your way of thinking.”</a:t>
            </a:r>
          </a:p>
          <a:p>
            <a:pPr lvl="0" indent="0" marL="0">
              <a:buNone/>
            </a:pPr>
            <a:r>
              <a:rPr/>
              <a:t>Marcus Aurelius reminds us that happiness isn’t about what we have—it’s about how we think. A message that matters more than ever in our consumer culture.</a:t>
            </a:r>
          </a:p>
          <a:p>
            <a:pPr lvl="0" indent="0" marL="0">
              <a:buNone/>
            </a:pPr>
            <a:r>
              <a:rPr/>
              <a:t>Our mission is to make wisdom accessible, beautiful, and practical.</a:t>
            </a:r>
          </a:p>
          <a:p>
            <a:pPr lvl="0" indent="0" marL="0">
              <a:buNone/>
            </a:pPr>
            <a:r>
              <a:rPr/>
              <a:t>What makes you truly happy?</a:t>
            </a:r>
          </a:p>
          <a:p>
            <a:pPr lvl="0" indent="0" marL="0">
              <a:buNone/>
            </a:pPr>
            <a:r>
              <a:rPr i="1"/>
              <a:t>From “Meditations” - available for free during launch at onde.la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PSALM 23 - 1</a:t>
            </a:r>
          </a:p>
        </p:txBody>
      </p:sp>
      <p:pic>
        <p:nvPicPr>
          <p:cNvPr descr="books/psalm-23-children/images/01-pasto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79800" y="1193800"/>
            <a:ext cx="2171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Psalm 23 - The Good Shepherd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Lord is my shepherd; I shall not want. He makes me lie down in green pastures.</a:t>
            </a:r>
          </a:p>
          <a:p>
            <a:pPr lvl="0" indent="0" marL="0">
              <a:buNone/>
            </a:pPr>
            <a:r>
              <a:rPr i="1"/>
              <a:t>From “Psalm 23” - Ancient wisdom, timeless peace. Available for free during launch at onde.la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PSALM 23 - 2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an era of constant distraction, ancient wisdom offers something remarkable: clarity.</a:t>
            </a:r>
          </a:p>
          <a:p>
            <a:pPr lvl="0" indent="0" marL="0">
              <a:buNone/>
            </a:pPr>
            <a:r>
              <a:rPr/>
              <a:t>Psalm 23’s “The Lord is my shepherd” isn’t just poetry—it’s a framework for leadership that has guided minds for 3,000 years.</a:t>
            </a:r>
          </a:p>
          <a:p>
            <a:pPr lvl="0" indent="0" marL="0">
              <a:buNone/>
            </a:pPr>
            <a:r>
              <a:rPr/>
              <a:t>We’re bringing this timeless perspective to modern readers through our Classics Collection. Because some truths don’t age.</a:t>
            </a:r>
          </a:p>
          <a:p>
            <a:pPr lvl="0" indent="0" marL="0">
              <a:buNone/>
            </a:pPr>
            <a:r>
              <a:rPr i="1"/>
              <a:t>From “Psalm 23” - available for free during launch at onde.la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@ONDE_FRH - Where Stories Flow…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2026-01-12T01:53:06Z</dcterms:created>
  <dcterms:modified xsi:type="dcterms:W3CDTF">2026-01-12T01:53:06Z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