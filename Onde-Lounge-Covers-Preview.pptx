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D4AF37"/>
                </a:solidFill>
              </a:defRPr>
            </a:pPr>
            <a:r>
              <a:t>ONDE LOUNGE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696B4"/>
                </a:solidFill>
              </a:defRPr>
            </a:pPr>
            <a:r>
              <a:t>11 Album Covers - Electronic Chill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Midnight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City lights through rain - blue/purple gradient with geometric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Neon 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Wet streets reflection - neon pink and teal 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Desert Between The Stars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Vast night sky - deep blue with golden stars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Joshua Tree, 4 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Desert starscape - warm orange horizon fading to purple sky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Golden Hour Static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Warm sunset gradient - golden orange to soft 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River Sunset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Golden water reflection - river with sunset colors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Velvet Static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Deep purple texture - velvet gradient with soft particles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2 AM, Onde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Ocean waves at night - deep blue with moonlight 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Slow Motion Sunset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Orange pink gradient - smooth sunset colors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Prima Onda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Gentle morning wave - soft teal and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Velvet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3200400"/>
          </a:xfrm>
          <a:prstGeom prst="roundRect">
            <a:avLst/>
          </a:prstGeom>
          <a:solidFill>
            <a:srgbClr val="1E28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Cover Style:</a:t>
            </a:r>
            <a:br/>
            <a:r>
              <a:t>Soft piano keys silhouette - dark blue with golden accents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78"/>
                </a:solidFill>
              </a:defRPr>
            </a:pPr>
            <a:r>
              <a:t>Onde Lounge • Electronic Chill Collection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